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91440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5FD3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21240" y="1165860"/>
            <a:ext cx="228600" cy="0"/>
          </a:xfrm>
          <a:prstGeom prst="line">
            <a:avLst/>
          </a:prstGeom>
          <a:noFill/>
          <a:ln w="19050">
            <a:solidFill>
              <a:srgbClr val="5FD3B0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0241280" y="91440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5FD3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1165860"/>
            <a:ext cx="228600" cy="0"/>
          </a:xfrm>
          <a:prstGeom prst="line">
            <a:avLst/>
          </a:prstGeom>
          <a:noFill/>
          <a:ln w="19050">
            <a:solidFill>
              <a:srgbClr val="5FD3B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338560" y="91440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5FD3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0" y="14813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 | exp | next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INTRODUCTION TO DATA STRUCTURES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Polynomial Calculator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21792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Singly Linked Lists in C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· Subtraction · Multiplication · Division · Derivative · Evaluation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53492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68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57424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Menna Allah Khalid Bushara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required project outline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647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64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035040" y="1691640"/>
            <a:ext cx="5394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manipulating polynomials by hand doesn't scale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606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035040" y="2532888"/>
            <a:ext cx="5394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structure, program flowchart, and each algorithm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4728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47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4472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Limitations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035040" y="3374136"/>
            <a:ext cx="5394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proof of execution, and where the design falls short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885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428853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035040" y="4215384"/>
            <a:ext cx="5394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demonstrates overall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12978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29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51297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Recommendations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035040" y="5056632"/>
            <a:ext cx="5394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calculator could be extended further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Calculator — Linked List Implementation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Build a Polynomial Calculator?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polynomials by hand — adding, multiplying, differentiating, or dividing them — is repetitive, error-prone, and gets unwieldy as the number of terms grows.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needs to: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a polynomial of any size without a fixed term limit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593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91363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only non-zero terms efficiently — sparse polynomials shouldn't waste memory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725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72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62686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full set of operations: +, −, ×, ÷, d/dx, and evaluation at a point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8581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85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340096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simple enough to reason about and defend term by term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288036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AF3F6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063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Linked List?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46520" y="3520440"/>
            <a:ext cx="146304" cy="146304"/>
          </a:xfrm>
          <a:prstGeom prst="ellipse">
            <a:avLst/>
          </a:prstGeom>
          <a:solidFill>
            <a:srgbClr val="5FD3B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52044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720840" y="345643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dynamically — no need to guess a maximum degree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46520" y="4142232"/>
            <a:ext cx="146304" cy="146304"/>
          </a:xfrm>
          <a:prstGeom prst="ellipse">
            <a:avLst/>
          </a:prstGeom>
          <a:solidFill>
            <a:srgbClr val="5FD3B0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14223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720840" y="407822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sparse — a zero-coefficient term simply isn't stored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446520" y="4764024"/>
            <a:ext cx="146304" cy="146304"/>
          </a:xfrm>
          <a:prstGeom prst="ellipse">
            <a:avLst/>
          </a:prstGeom>
          <a:solidFill>
            <a:srgbClr val="5FD3B0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764024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720840" y="470001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keep sorted by exponent while inserting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446520" y="5385816"/>
            <a:ext cx="146304" cy="146304"/>
          </a:xfrm>
          <a:prstGeom prst="ellipse">
            <a:avLst/>
          </a:prstGeom>
          <a:solidFill>
            <a:srgbClr val="5FD3B0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538581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720840" y="532180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textbook fit for demonstrating pointer-based data structures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Calculator — Linked List Implementation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Core Data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 of the polynomial is one node in a singly linked list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coeff;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23500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the term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exp;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8529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(power) of 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*next;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33558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to the next term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3x² + 5x + 2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33172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8726" y="2331720"/>
            <a:ext cx="0" cy="82296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386584"/>
            <a:ext cx="7795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2551176"/>
            <a:ext cx="7795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08726" y="2386584"/>
            <a:ext cx="6377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08726" y="2551176"/>
            <a:ext cx="6377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46520" y="2743200"/>
            <a:ext cx="3200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66560" y="233172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6086" y="2331720"/>
            <a:ext cx="0" cy="82296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386584"/>
            <a:ext cx="7795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2551176"/>
            <a:ext cx="7795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46086" y="2386584"/>
            <a:ext cx="6377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46086" y="2551176"/>
            <a:ext cx="6377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183880" y="2743200"/>
            <a:ext cx="3200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503920" y="233172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83446" y="2331720"/>
            <a:ext cx="0" cy="82296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2386584"/>
            <a:ext cx="7795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2551176"/>
            <a:ext cx="7795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83446" y="2386584"/>
            <a:ext cx="6377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283446" y="2551176"/>
            <a:ext cx="6377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241280" y="2743200"/>
            <a:ext cx="3200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0561320" y="253288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3520440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EAF3F6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6301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sorted by descending exponent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257800" y="3913632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printing natural (highest power first) and keeps add/subtract logic a simple single pass.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251960"/>
            <a:ext cx="411480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insertTerm()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2960" y="4773168"/>
            <a:ext cx="146304" cy="146304"/>
          </a:xfrm>
          <a:prstGeom prst="ellipse">
            <a:avLst/>
          </a:prstGeom>
          <a:solidFill>
            <a:srgbClr val="5FD3B0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77316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097280" y="4709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 term at the correct sorted position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822960" y="5138928"/>
            <a:ext cx="146304" cy="146304"/>
          </a:xfrm>
          <a:prstGeom prst="ellipse">
            <a:avLst/>
          </a:prstGeom>
          <a:solidFill>
            <a:srgbClr val="5FD3B0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13892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097280" y="5074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coefficients when an exponent already exists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822960" y="5504688"/>
            <a:ext cx="146304" cy="146304"/>
          </a:xfrm>
          <a:prstGeom prst="ellipse">
            <a:avLst/>
          </a:prstGeom>
          <a:solidFill>
            <a:srgbClr val="5FD3B0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" y="550468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1097280" y="5440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node automatically if the result is 0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822960" y="5870448"/>
            <a:ext cx="146304" cy="146304"/>
          </a:xfrm>
          <a:prstGeom prst="ellipse">
            <a:avLst/>
          </a:prstGeom>
          <a:solidFill>
            <a:srgbClr val="5FD3B0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" y="587044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097280" y="5806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insertion entirely for a zero coefficient</a:t>
            </a:r>
            <a:endParaRPr lang="en-US" sz="1030" dirty="0"/>
          </a:p>
        </p:txBody>
      </p:sp>
      <p:sp>
        <p:nvSpPr>
          <p:cNvPr id="53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Calculator — Linked List Implementation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 Flowchart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loops on a menu until the user chooses to exit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80360" y="1234440"/>
            <a:ext cx="3200400" cy="457200"/>
          </a:xfrm>
          <a:prstGeom prst="flowChartTerminator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0" cy="18288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874520"/>
            <a:ext cx="3200400" cy="457200"/>
          </a:xfrm>
          <a:prstGeom prst="flowChartProcess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menu of 12 operations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0" cy="18288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2514600"/>
            <a:ext cx="3200400" cy="457200"/>
          </a:xfrm>
          <a:prstGeom prst="flowChartProcess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 choice (readInt)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2971800"/>
            <a:ext cx="0" cy="18288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0360" y="3154680"/>
            <a:ext cx="3200400" cy="960120"/>
          </a:xfrm>
          <a:prstGeom prst="flowChartDecision">
            <a:avLst/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31546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0 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4114800"/>
            <a:ext cx="0" cy="20116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53712" y="4114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80360" y="4315968"/>
            <a:ext cx="3200400" cy="621792"/>
          </a:xfrm>
          <a:prstGeom prst="flowChartProcess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431596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to matching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(switch)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4937760"/>
            <a:ext cx="0" cy="18288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80360" y="5120640"/>
            <a:ext cx="3200400" cy="502920"/>
          </a:xfrm>
          <a:prstGeom prst="flowChartProcess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result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234440" y="2103120"/>
            <a:ext cx="1645920" cy="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234440" y="2103120"/>
            <a:ext cx="0" cy="326898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4440" y="5372100"/>
            <a:ext cx="1645920" cy="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634740"/>
            <a:ext cx="1874520" cy="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217920" y="33375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955280" y="3383280"/>
            <a:ext cx="2606040" cy="502920"/>
          </a:xfrm>
          <a:prstGeom prst="flowChartProcess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3383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all polynomials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58300" y="3886200"/>
            <a:ext cx="0" cy="20116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55280" y="4087368"/>
            <a:ext cx="2606040" cy="457200"/>
          </a:xfrm>
          <a:prstGeom prst="flowChartTerminator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40873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Calculator — Linked List Implementation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Addition &amp; Subtraction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reuse insertTerm() — subtraction simply negates the second polynomial's coefficients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933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93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addPolynomials(p1, p2)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2432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every node of poly1, inserting each term into an empty result 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282696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every node of poly2, inserting each term the same 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94106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insertTerm() automatically merges any matching exponents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75488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8737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(3x² + 2x) + (x² + 5)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212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4x² + 2x + 5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9933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993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78040" y="20391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subtractPolynomials(p1, p2)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62432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poly1, inserting each term into an empty result list unchanged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3282696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poly2, inserting each term with its coefficient negated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394106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exactly p1 + (−p2), reusing the same merge logic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75488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8737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(3x² + 2x) − (x² + 5)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5212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2x² + 2x − 5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Calculator — Linked List Implementation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Multiplication &amp; Derivative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multiplyPolynomials()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 — every term of p1 against every term of p2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46320" cy="1234440"/>
          </a:xfrm>
          <a:prstGeom prst="roundRect">
            <a:avLst>
              <a:gd name="adj" fmla="val 4444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34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term in p1: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term in p2: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coeff = p1.coeff × p2.coeff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   = p1.exp + p2.exp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(a·xᵐ)(b·xⁿ) = ab·xᵐ⁺ⁿ — multiply coefficients, add exponents.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75488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EAF3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074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+ 2)(x + 3)  =  x² + 5x + 6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1691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derivativePolynomial()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pass — apply the power rule to every term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743200"/>
            <a:ext cx="4846320" cy="1234440"/>
          </a:xfrm>
          <a:prstGeom prst="roundRect">
            <a:avLst>
              <a:gd name="adj" fmla="val 4444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834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term: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1089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exp != 0: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3383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newCoeff = coeff × exp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657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newExp   = exp − 1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4160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terms (exp = 0) vanish — the derivative of a constant is 0, so they're simply skipped.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75488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EAF3F6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5074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d/dx (3x³ + 2x)  =  9x² + 2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Calculator — Linked List Implementation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 &amp; Division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7276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536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evaluatePolynomial(poly, 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88366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term, raise x to the exponent, multiply by the coefficient, and accumulate the sum.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527048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6642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P(x) = 2x² + 3x + 1,  x =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P(2) = 2(4) + 3(2) + 1 = 15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200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dividePolynomials(p1, p2, &amp;quotient, &amp;remainder)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35295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polynomial long division, repeated until the remainder's degree drops below the divisor's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950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p1 into a working remainder; quotient starts empty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4361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3342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remainder's leading term by the divisor's leading term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7457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7183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that term to the quotient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5129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51023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(term × divisor) from the remainder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513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5486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while the remainder's degree ≥ divisor's degree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397764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(x² + 5x + 6) ÷ (x + 2)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Quotient:  x + 3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Remainder:  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53492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uses integer coefficient division — rounds toward zero when a term isn't evenly divisible.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Calculator — Linked List Implementation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Proof It Compiles &amp; Runs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 gcc -Wall -Wextra (zero warnings) and run end-to-end through all 12 menu operations — real terminal output</a:t>
            </a:r>
            <a:endParaRPr lang="en-US" sz="1200" dirty="0"/>
          </a:p>
        </p:txBody>
      </p:sp>
      <p:pic>
        <p:nvPicPr>
          <p:cNvPr id="5" name="Image 0" descr="run/shot_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078992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507492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522122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" y="52212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5074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compiler warnings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507492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71416" y="522122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4471416" y="52212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56632" y="5074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0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64424" y="507492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10728" y="522122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8110728" y="52212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695944" y="5074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menu operations exercised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= 3x²+2x+5, P2 = x²+5 for arithmetic  ·  P1 = x²+5x+6, P2 = x+2 for division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Calculator — Linked List Implementation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Design Falls Short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 of the current implementation — honest tradeoffs, not oversights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50800" dist="25400" dir="5400000">
              <a:srgbClr val="1B243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41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coefficients only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8620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 is declared as int — fractional or decimal coefficients (e.g. 1.5x) can't be represented.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50800" dist="25400" dir="5400000">
              <a:srgbClr val="1B243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 rounds down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80560" y="28620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dividePolynomials() divides leading coefficients with integer division, rounding toward zero when a term isn't evenly divisible, instead of producing exact rational coefficients.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50800" dist="25400" dir="5400000">
              <a:srgbClr val="1B243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441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variable only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28620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struct stores one exponent per term — there's no support for multivariate polynomials like x²y + xy².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50800" dist="25400" dir="5400000">
              <a:srgbClr val="1B243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exp≥0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5902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integer exponents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0109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are ints with no validation against negative values, so terms like x⁻¹ aren't supported and bad input isn't rejected.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50800" dist="25400" dir="5400000">
              <a:srgbClr val="1B243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45902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I/O only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80560" y="50109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Polynomials can't be loaded from or saved to a file — every session starts from a blank menu.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46720" y="38404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50800" dist="25400" dir="5400000">
              <a:srgbClr val="1B243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0" y="45902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defensive checks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0" y="50109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readInt()/readDouble() guard against non-numeric input, but term counts and exponents aren't checked for negative or unreasonable values.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Calculator — Linked List Implementation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demonstrates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65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920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linked list, one insertion routine, and six operations built cleanly on top of 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5328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32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4871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Sorted-by-exponent storage keeps addition, subtraction, and printing straightforward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09981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99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0540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Multiplication, differentiation, and division reuse the same core logic rather than duplicating 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66674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66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62102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memory management and input validation make it a solid, crash-resistant example of linked-list design in 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FUTURE WORK &amp; RECOMMENDATIONS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470916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float/rational coefficients for exact division results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475488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47688" y="470916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multivariate polynomials (e.g. x²y + xy²)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530352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Load/save polynomials to a file instead of console-only input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534924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47688" y="530352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test suite instead of manual menu-driven checks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 —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2026-07-24T08:55:07Z</dcterms:created>
  <dcterms:modified xsi:type="dcterms:W3CDTF">2026-07-24T08:55:07Z</dcterms:modified>
</cp:coreProperties>
</file>